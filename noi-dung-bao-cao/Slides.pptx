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2" r:id="rId5"/>
    <p:sldId id="264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856" autoAdjust="0"/>
    <p:restoredTop sz="94660"/>
  </p:normalViewPr>
  <p:slideViewPr>
    <p:cSldViewPr snapToGrid="0">
      <p:cViewPr varScale="1">
        <p:scale>
          <a:sx n="61" d="100"/>
          <a:sy n="61" d="100"/>
        </p:scale>
        <p:origin x="92" y="4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17F56-AA68-4790-9DD5-3FB1E7CEE6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218CE9-D28A-4643-B1E6-9D22B3A770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DCD89-83D6-440C-87C2-290B44BA9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93C8B6-8ABB-4ED0-A214-7437F1CCD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B2E8D-5177-41B6-97F6-80990B274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591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E76A9-54C9-4488-9D4E-7A147FA63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AC04C-743C-4B07-9C65-32E186BD69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71E58F-B7C6-447E-98A6-AFE9A1A498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8E662-7B23-42F3-B55E-98095C9E4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D8C440-CB0A-4340-943D-45C7BFE93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726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C41B-902E-4644-905C-0D03C3D07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2A9DD7-CDC0-4298-A435-B7991E275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329E53-A4E4-4633-BA77-3209159FC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86A2D-16C2-439F-9120-DEB0CC0885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E64366-2E6B-4253-8C56-84F76D4D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803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FF87B1-3DA5-408F-A266-C776F1AAA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37050-A1DE-4805-B79A-58397F5B00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7B4EC-4D51-465A-9EA9-13FDFCBAF8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4A1323-4C1C-4273-AE7B-0F2CEAFCA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453CBC-2AF5-4885-9739-BD6FD09D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A99CED-E3CC-4B9A-8A36-D027D97C7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71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88CD3-EF27-4782-AA7A-374914383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C1D37C-AA1D-47C0-B4DE-B5DCD389BB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5106E7-BFE5-4427-9479-F273A5814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52E352-64FE-474B-88C1-1A2B4FC0A5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1EF552-D660-4FAF-A4D6-82343EB479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E9D337-E5A3-47FB-BB05-194A4E3DD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40CBE1-D6BE-43DF-9874-3934132F5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7AB2A7-765A-4E19-937A-175ACC75B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5604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CAB5D-FE33-4861-B379-8A848E675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9FCBBA-F703-4DDB-9696-D72BCE09D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A833E2-39B3-4536-BB66-F136479E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852AE-88C9-41A7-B4B0-C2D6619C3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10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1CC0CE-0757-4ADE-92D5-01BAFFF0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8F6219-283C-4D95-BBDC-ED89359D7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6BA51E-48BC-4F0A-8482-F75839486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871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41811-ECAE-40EE-AD6E-40AE2672F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D936B-927A-4237-AC44-A63D0B1B44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C2B17-998E-4050-A42F-FB49BC64AD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52C428-BF9C-49C9-9218-0DBF16864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D68147-D486-4004-B676-0973304A3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FBCF51-AFC4-49CF-846C-9925DBCF5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89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9793D-C0CB-4C70-B3BC-40241DABC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7CE389E-9505-42B1-8CA3-4A337BFFF4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9BA129E-BB70-4465-8558-2753CA7EF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7B5D34-FAD3-4FE8-B33D-0B0ECA3E1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1FD84-E0AA-43C5-A37F-702AB1E87B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D2FB1B-F2B1-4467-B325-032DD4D2A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0595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0EF16-81F4-4A45-AFF7-20CF9A8DA0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1A5CE4-46F9-40D0-A49B-0623E799D9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49F1CF-387B-48DB-9646-9A95A9344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97396A-50DB-4715-AB2E-1E05DC188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C25442-2C3D-443F-846A-BC7C4F52B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12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19CCD1-B921-4038-9FD3-622F5E36C9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99AA10-56CA-4867-A0C7-E1F1F4CC4D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BD215-DC66-4A96-A261-382E9993F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3D36A-4129-4868-A654-22E0AC15B4D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1BC841-103E-41CF-B2B9-CF069B5E2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1F941-EFE5-4989-A665-A135073CA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798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6CDEA5-CD02-4C6C-BDB8-9A181AFED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55A557-6E36-44ED-8F42-AB1E485FB7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F80FA8-87E4-45CE-8551-7B89381862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3D36A-4129-4868-A654-22E0AC15B4DF}" type="datetimeFigureOut">
              <a:rPr lang="en-US" smtClean="0"/>
              <a:t>1/6/2026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85820D-DB16-4293-A4A1-7FF49C09D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33FEA-12E4-43DE-AC19-663D6EC263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FFBE46-489F-4DCD-95CA-086B72C588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979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BA13C-20FC-4946-BEB8-0D9E744A6E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>
            <a:normAutofit/>
          </a:bodyPr>
          <a:lstStyle/>
          <a:p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TR</a:t>
            </a:r>
            <a:r>
              <a:rPr lang="vi-VN" sz="4000">
                <a:latin typeface="Arial" panose="020B0604020202020204" pitchFamily="34" charset="0"/>
                <a:cs typeface="Arial" panose="020B0604020202020204" pitchFamily="34" charset="0"/>
              </a:rPr>
              <a:t>Ư</a:t>
            </a:r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ỜNG ĐẠI HỌC CNTT</a:t>
            </a:r>
            <a:b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000">
                <a:latin typeface="Arial" panose="020B0604020202020204" pitchFamily="34" charset="0"/>
                <a:cs typeface="Arial" panose="020B0604020202020204" pitchFamily="34" charset="0"/>
              </a:rPr>
              <a:t>KHOA …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EA682F-425F-4E59-A47C-72FE326897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70819" y="4853318"/>
            <a:ext cx="4267200" cy="1655762"/>
          </a:xfrm>
        </p:spPr>
        <p:txBody>
          <a:bodyPr/>
          <a:lstStyle/>
          <a:p>
            <a:pPr algn="l"/>
            <a:r>
              <a:rPr lang="en-US"/>
              <a:t>Nhóm #12:</a:t>
            </a:r>
          </a:p>
          <a:p>
            <a:pPr algn="l"/>
            <a:r>
              <a:rPr lang="en-US"/>
              <a:t>	1. Họ và tên</a:t>
            </a:r>
          </a:p>
          <a:p>
            <a:pPr algn="l"/>
            <a:r>
              <a:rPr lang="en-US"/>
              <a:t>	2. Họ và tên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2D2EC86-45F4-4831-B816-03E54AFB3F17}"/>
              </a:ext>
            </a:extLst>
          </p:cNvPr>
          <p:cNvSpPr txBox="1">
            <a:spLocks/>
          </p:cNvSpPr>
          <p:nvPr/>
        </p:nvSpPr>
        <p:spPr>
          <a:xfrm>
            <a:off x="1524000" y="2933445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500">
                <a:solidFill>
                  <a:srgbClr val="FF0000"/>
                </a:solidFill>
              </a:rPr>
              <a:t>CÁC FRAMEWORK HỖ TRỢ</a:t>
            </a:r>
            <a:br>
              <a:rPr lang="en-US" sz="3500">
                <a:solidFill>
                  <a:srgbClr val="FF0000"/>
                </a:solidFill>
              </a:rPr>
            </a:br>
            <a:r>
              <a:rPr lang="en-US" sz="3500">
                <a:solidFill>
                  <a:srgbClr val="FF0000"/>
                </a:solidFill>
              </a:rPr>
              <a:t>PHÂN TÍCH 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989062-54BA-00AB-97C4-E86C384BD747}"/>
              </a:ext>
            </a:extLst>
          </p:cNvPr>
          <p:cNvSpPr txBox="1"/>
          <p:nvPr/>
        </p:nvSpPr>
        <p:spPr>
          <a:xfrm>
            <a:off x="632061" y="4589207"/>
            <a:ext cx="4033521" cy="178510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2200" b="1">
                <a:solidFill>
                  <a:srgbClr val="FF0000"/>
                </a:solidFill>
              </a:rPr>
              <a:t>Chú ý: </a:t>
            </a:r>
          </a:p>
          <a:p>
            <a:r>
              <a:rPr lang="en-US" sz="2200" b="1">
                <a:solidFill>
                  <a:srgbClr val="FF0000"/>
                </a:solidFill>
              </a:rPr>
              <a:t>Đây không phải là mẫu bắt buộc.</a:t>
            </a:r>
          </a:p>
          <a:p>
            <a:r>
              <a:rPr lang="en-US" sz="2200" b="1">
                <a:solidFill>
                  <a:srgbClr val="FF0000"/>
                </a:solidFill>
              </a:rPr>
              <a:t>Anh/chị phải: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FF0000"/>
                </a:solidFill>
              </a:rPr>
              <a:t>Tùy chỉnh theo sở thích.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b="1">
                <a:solidFill>
                  <a:srgbClr val="FF0000"/>
                </a:solidFill>
              </a:rPr>
              <a:t>Thiết kế hiệu ứng đẹp.</a:t>
            </a:r>
            <a:endParaRPr lang="vi-VN" sz="22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5706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117A8E-5169-CC29-596F-F41D236587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Giới thiệu nhóm (nếu có, không bắt buộc)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DB76048-C583-B966-EEF8-236EC96E70E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59635324"/>
              </p:ext>
            </p:extLst>
          </p:nvPr>
        </p:nvGraphicFramePr>
        <p:xfrm>
          <a:off x="5283200" y="2590800"/>
          <a:ext cx="1625600" cy="30899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108403748"/>
                    </a:ext>
                  </a:extLst>
                </a:gridCol>
              </a:tblGrid>
              <a:tr h="2046899"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rgbClr val="FF0000"/>
                          </a:solidFill>
                        </a:rPr>
                        <a:t>Hình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7791546"/>
                  </a:ext>
                </a:extLst>
              </a:tr>
              <a:tr h="1043020"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Mã SV</a:t>
                      </a:r>
                    </a:p>
                    <a:p>
                      <a:pPr algn="ctr"/>
                      <a:r>
                        <a:rPr lang="en-US" sz="2100"/>
                        <a:t>Họ và tên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3180341"/>
                  </a:ext>
                </a:extLst>
              </a:tr>
            </a:tbl>
          </a:graphicData>
        </a:graphic>
      </p:graphicFrame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EEE9A413-8320-E11B-3AD0-7F5869441C2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94209222"/>
              </p:ext>
            </p:extLst>
          </p:nvPr>
        </p:nvGraphicFramePr>
        <p:xfrm>
          <a:off x="1767840" y="2590799"/>
          <a:ext cx="1625600" cy="30899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108403748"/>
                    </a:ext>
                  </a:extLst>
                </a:gridCol>
              </a:tblGrid>
              <a:tr h="2046899"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rgbClr val="FF0000"/>
                          </a:solidFill>
                        </a:rPr>
                        <a:t>Hình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7791546"/>
                  </a:ext>
                </a:extLst>
              </a:tr>
              <a:tr h="1043020"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Mã SV</a:t>
                      </a:r>
                    </a:p>
                    <a:p>
                      <a:pPr algn="ctr"/>
                      <a:r>
                        <a:rPr lang="en-US" sz="2100"/>
                        <a:t>Họ và tên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3180341"/>
                  </a:ext>
                </a:extLst>
              </a:tr>
            </a:tbl>
          </a:graphicData>
        </a:graphic>
      </p:graphicFrame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2536C77B-DD2C-C493-9919-C431F2C6963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5201722"/>
              </p:ext>
            </p:extLst>
          </p:nvPr>
        </p:nvGraphicFramePr>
        <p:xfrm>
          <a:off x="8798560" y="2590799"/>
          <a:ext cx="1625600" cy="308991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108403748"/>
                    </a:ext>
                  </a:extLst>
                </a:gridCol>
              </a:tblGrid>
              <a:tr h="2046899">
                <a:tc>
                  <a:txBody>
                    <a:bodyPr/>
                    <a:lstStyle/>
                    <a:p>
                      <a:pPr algn="ctr"/>
                      <a:r>
                        <a:rPr lang="en-US" sz="2200" b="1">
                          <a:solidFill>
                            <a:srgbClr val="FF0000"/>
                          </a:solidFill>
                        </a:rPr>
                        <a:t>Hình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67791546"/>
                  </a:ext>
                </a:extLst>
              </a:tr>
              <a:tr h="1043020">
                <a:tc>
                  <a:txBody>
                    <a:bodyPr/>
                    <a:lstStyle/>
                    <a:p>
                      <a:pPr algn="ctr"/>
                      <a:r>
                        <a:rPr lang="en-US" sz="2100"/>
                        <a:t>Mã SV</a:t>
                      </a:r>
                    </a:p>
                    <a:p>
                      <a:pPr algn="ctr"/>
                      <a:r>
                        <a:rPr lang="en-US" sz="2100"/>
                        <a:t>Họ và tên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3180341"/>
                  </a:ext>
                </a:extLst>
              </a:tr>
            </a:tbl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84D53AD4-4EE1-90CF-6789-8116E9355CF9}"/>
              </a:ext>
            </a:extLst>
          </p:cNvPr>
          <p:cNvSpPr txBox="1">
            <a:spLocks/>
          </p:cNvSpPr>
          <p:nvPr/>
        </p:nvSpPr>
        <p:spPr>
          <a:xfrm>
            <a:off x="838200" y="553243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Giới thiệu nhóm (Hệ online bắt buộc)</a:t>
            </a:r>
          </a:p>
        </p:txBody>
      </p:sp>
    </p:spTree>
    <p:extLst>
      <p:ext uri="{BB962C8B-B14F-4D97-AF65-F5344CB8AC3E}">
        <p14:creationId xmlns:p14="http://schemas.microsoft.com/office/powerpoint/2010/main" val="2470589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3D8A9-064F-4F6E-B75E-2EC7F821E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28B92-6FD7-4432-8150-75196CD07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Giới thiệu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Mô tả bộ dữ liệu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….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….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….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Kết quả</a:t>
            </a:r>
          </a:p>
        </p:txBody>
      </p:sp>
    </p:spTree>
    <p:extLst>
      <p:ext uri="{BB962C8B-B14F-4D97-AF65-F5344CB8AC3E}">
        <p14:creationId xmlns:p14="http://schemas.microsoft.com/office/powerpoint/2010/main" val="2029949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27F3-3CD5-440C-AB2A-D214803D0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Giới thiệu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648B8-2155-468C-B7F8-D51EB73EA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01 silde</a:t>
            </a:r>
          </a:p>
          <a:p>
            <a:r>
              <a:rPr lang="en-US"/>
              <a:t>Viết thành ý, không viết đoạn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endParaRPr lang="en-US"/>
          </a:p>
          <a:p>
            <a:r>
              <a:rPr lang="en-US"/>
              <a:t>Chú ý: ghi ngắn gọn cam kết minh mạch (tương tự trong báo cáo).</a:t>
            </a:r>
          </a:p>
        </p:txBody>
      </p:sp>
    </p:spTree>
    <p:extLst>
      <p:ext uri="{BB962C8B-B14F-4D97-AF65-F5344CB8AC3E}">
        <p14:creationId xmlns:p14="http://schemas.microsoft.com/office/powerpoint/2010/main" val="33669576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27F3-3CD5-440C-AB2A-D214803D0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2. Mô tả bộ dữ liệu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648B8-2155-468C-B7F8-D51EB73EA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Không quá 02 sildes</a:t>
            </a:r>
          </a:p>
        </p:txBody>
      </p:sp>
    </p:spTree>
    <p:extLst>
      <p:ext uri="{BB962C8B-B14F-4D97-AF65-F5344CB8AC3E}">
        <p14:creationId xmlns:p14="http://schemas.microsoft.com/office/powerpoint/2010/main" val="25827025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627F3-3CD5-440C-AB2A-D214803D0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Nội dung ……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648B8-2155-468C-B7F8-D51EB73EA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Không quá 10 sildes</a:t>
            </a:r>
          </a:p>
        </p:txBody>
      </p:sp>
    </p:spTree>
    <p:extLst>
      <p:ext uri="{BB962C8B-B14F-4D97-AF65-F5344CB8AC3E}">
        <p14:creationId xmlns:p14="http://schemas.microsoft.com/office/powerpoint/2010/main" val="2336320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16F7C-5726-4E4B-AC89-372198712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3. Kết quả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CFCFE-AF90-4383-A48A-381AEDAC8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1-2 slide</a:t>
            </a:r>
          </a:p>
          <a:p>
            <a:r>
              <a:rPr lang="en-US"/>
              <a:t>Tóm tắt kết quả đạt đ</a:t>
            </a:r>
            <a:r>
              <a:rPr lang="vi-VN"/>
              <a:t>ư</a:t>
            </a:r>
            <a:r>
              <a:rPr lang="en-US"/>
              <a:t>ợc</a:t>
            </a:r>
          </a:p>
          <a:p>
            <a:r>
              <a:rPr lang="en-US"/>
              <a:t>Hạn chế nếu có (ch</a:t>
            </a:r>
            <a:r>
              <a:rPr lang="vi-VN"/>
              <a:t>ư</a:t>
            </a:r>
            <a:r>
              <a:rPr lang="en-US"/>
              <a:t>a làm đ</a:t>
            </a:r>
            <a:r>
              <a:rPr lang="vi-VN"/>
              <a:t>ư</a:t>
            </a:r>
            <a:r>
              <a:rPr lang="en-US"/>
              <a:t>ợc)</a:t>
            </a:r>
          </a:p>
        </p:txBody>
      </p:sp>
    </p:spTree>
    <p:extLst>
      <p:ext uri="{BB962C8B-B14F-4D97-AF65-F5344CB8AC3E}">
        <p14:creationId xmlns:p14="http://schemas.microsoft.com/office/powerpoint/2010/main" val="4178893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48E9D-0887-4B07-BAC6-875745968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5CA07-8962-4F04-A821-483FE1179F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4500"/>
              <a:t>THUYẾT TRÌNH 10’</a:t>
            </a:r>
          </a:p>
          <a:p>
            <a:pPr marL="0" indent="0" algn="ctr">
              <a:buNone/>
            </a:pPr>
            <a:r>
              <a:rPr lang="en-US" sz="4500"/>
              <a:t>DEMO</a:t>
            </a:r>
          </a:p>
          <a:p>
            <a:pPr marL="0" indent="0" algn="ctr">
              <a:buNone/>
            </a:pPr>
            <a:r>
              <a:rPr lang="en-US" sz="4500"/>
              <a:t>5’</a:t>
            </a:r>
          </a:p>
        </p:txBody>
      </p:sp>
    </p:spTree>
    <p:extLst>
      <p:ext uri="{BB962C8B-B14F-4D97-AF65-F5344CB8AC3E}">
        <p14:creationId xmlns:p14="http://schemas.microsoft.com/office/powerpoint/2010/main" val="996212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DBA54-9739-4AD5-BC58-14912BF8F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11E2B-C9E9-491E-BCE6-BE7BD48FC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6000"/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4279941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200</Words>
  <Application>Microsoft Office PowerPoint</Application>
  <PresentationFormat>Widescreen</PresentationFormat>
  <Paragraphs>49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TRƯỜNG ĐẠI HỌC CNTT KHOA …</vt:lpstr>
      <vt:lpstr>Giới thiệu nhóm (nếu có, không bắt buộc)</vt:lpstr>
      <vt:lpstr>Nội dung</vt:lpstr>
      <vt:lpstr>1. Giới thiệu</vt:lpstr>
      <vt:lpstr>2. Mô tả bộ dữ liệu</vt:lpstr>
      <vt:lpstr>3. Nội dung ……</vt:lpstr>
      <vt:lpstr>3. Kết quả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TRƯỜNG ĐẠI HỌC QUỐC THẾ HỒNG BÀNG KHOA CÔNG NGHỆ THÔNG TIN</dc:title>
  <dc:creator>Phạm Thế Sơn</dc:creator>
  <cp:lastModifiedBy>Phạm Thế Sơn (Giảng viên)</cp:lastModifiedBy>
  <cp:revision>13</cp:revision>
  <dcterms:created xsi:type="dcterms:W3CDTF">2019-05-29T02:00:47Z</dcterms:created>
  <dcterms:modified xsi:type="dcterms:W3CDTF">2026-01-06T13:09:26Z</dcterms:modified>
</cp:coreProperties>
</file>